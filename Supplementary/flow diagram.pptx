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AB2F"/>
    <a:srgbClr val="2A5298"/>
    <a:srgbClr val="E9FCEF"/>
    <a:srgbClr val="DFECFE"/>
    <a:srgbClr val="2758AB"/>
    <a:srgbClr val="2F71F0"/>
    <a:srgbClr val="EFF3F7"/>
    <a:srgbClr val="667EEA"/>
    <a:srgbClr val="1787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F1944-2F0C-407A-8854-2269DC9331EA}" v="36" dt="2025-12-20T10:29:14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404" autoAdjust="0"/>
  </p:normalViewPr>
  <p:slideViewPr>
    <p:cSldViewPr snapToGrid="0">
      <p:cViewPr varScale="1">
        <p:scale>
          <a:sx n="160" d="100"/>
          <a:sy n="160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자만 와심" userId="d15bba0a-8573-4fd8-a465-7f09b55f1cdb" providerId="ADAL" clId="{D4BC76FC-A52F-4003-A9C4-9CE603D89705}"/>
    <pc:docChg chg="undo custSel addSld modSld">
      <pc:chgData name="자만 와심" userId="d15bba0a-8573-4fd8-a465-7f09b55f1cdb" providerId="ADAL" clId="{D4BC76FC-A52F-4003-A9C4-9CE603D89705}" dt="2025-12-20T10:32:32.891" v="800" actId="20577"/>
      <pc:docMkLst>
        <pc:docMk/>
      </pc:docMkLst>
      <pc:sldChg chg="addSp delSp modSp new mod">
        <pc:chgData name="자만 와심" userId="d15bba0a-8573-4fd8-a465-7f09b55f1cdb" providerId="ADAL" clId="{D4BC76FC-A52F-4003-A9C4-9CE603D89705}" dt="2025-12-20T10:32:32.891" v="800" actId="20577"/>
        <pc:sldMkLst>
          <pc:docMk/>
          <pc:sldMk cId="1432509938" sldId="256"/>
        </pc:sldMkLst>
        <pc:spChg chg="add del">
          <ac:chgData name="자만 와심" userId="d15bba0a-8573-4fd8-a465-7f09b55f1cdb" providerId="ADAL" clId="{D4BC76FC-A52F-4003-A9C4-9CE603D89705}" dt="2025-12-20T09:50:29.658" v="95" actId="478"/>
          <ac:spMkLst>
            <pc:docMk/>
            <pc:sldMk cId="1432509938" sldId="256"/>
            <ac:spMk id="2" creationId="{C70916C1-5657-9009-D3F2-81325FFD103F}"/>
          </ac:spMkLst>
        </pc:spChg>
        <pc:spChg chg="add mod">
          <ac:chgData name="자만 와심" userId="d15bba0a-8573-4fd8-a465-7f09b55f1cdb" providerId="ADAL" clId="{D4BC76FC-A52F-4003-A9C4-9CE603D89705}" dt="2025-12-20T09:55:08.814" v="191" actId="164"/>
          <ac:spMkLst>
            <pc:docMk/>
            <pc:sldMk cId="1432509938" sldId="256"/>
            <ac:spMk id="3" creationId="{9B95EA76-C9E4-A12F-C7DB-F9C18B7593AA}"/>
          </ac:spMkLst>
        </pc:spChg>
        <pc:spChg chg="add mod">
          <ac:chgData name="자만 와심" userId="d15bba0a-8573-4fd8-a465-7f09b55f1cdb" providerId="ADAL" clId="{D4BC76FC-A52F-4003-A9C4-9CE603D89705}" dt="2025-12-20T10:31:56.470" v="770" actId="14100"/>
          <ac:spMkLst>
            <pc:docMk/>
            <pc:sldMk cId="1432509938" sldId="256"/>
            <ac:spMk id="5" creationId="{8E62E4FF-F86F-95AF-36A2-86F777741D79}"/>
          </ac:spMkLst>
        </pc:spChg>
        <pc:spChg chg="add mod">
          <ac:chgData name="자만 와심" userId="d15bba0a-8573-4fd8-a465-7f09b55f1cdb" providerId="ADAL" clId="{D4BC76FC-A52F-4003-A9C4-9CE603D89705}" dt="2025-12-20T10:31:48.548" v="768" actId="14100"/>
          <ac:spMkLst>
            <pc:docMk/>
            <pc:sldMk cId="1432509938" sldId="256"/>
            <ac:spMk id="6" creationId="{BD75F7F7-92AE-8B99-FB54-8C96816DCC67}"/>
          </ac:spMkLst>
        </pc:spChg>
        <pc:spChg chg="add mod">
          <ac:chgData name="자만 와심" userId="d15bba0a-8573-4fd8-a465-7f09b55f1cdb" providerId="ADAL" clId="{D4BC76FC-A52F-4003-A9C4-9CE603D89705}" dt="2025-12-20T10:31:53.234" v="769" actId="1076"/>
          <ac:spMkLst>
            <pc:docMk/>
            <pc:sldMk cId="1432509938" sldId="256"/>
            <ac:spMk id="7" creationId="{CF59425C-F7D5-BBF5-3148-35C92E38D6FB}"/>
          </ac:spMkLst>
        </pc:spChg>
        <pc:spChg chg="add mod">
          <ac:chgData name="자만 와심" userId="d15bba0a-8573-4fd8-a465-7f09b55f1cdb" providerId="ADAL" clId="{D4BC76FC-A52F-4003-A9C4-9CE603D89705}" dt="2025-12-20T09:55:38.407" v="195" actId="1076"/>
          <ac:spMkLst>
            <pc:docMk/>
            <pc:sldMk cId="1432509938" sldId="256"/>
            <ac:spMk id="8" creationId="{1E877F6E-F5A4-1313-67F2-F2DCF96BE166}"/>
          </ac:spMkLst>
        </pc:spChg>
        <pc:spChg chg="add mod">
          <ac:chgData name="자만 와심" userId="d15bba0a-8573-4fd8-a465-7f09b55f1cdb" providerId="ADAL" clId="{D4BC76FC-A52F-4003-A9C4-9CE603D89705}" dt="2025-12-20T09:57:00.907" v="212" actId="1076"/>
          <ac:spMkLst>
            <pc:docMk/>
            <pc:sldMk cId="1432509938" sldId="256"/>
            <ac:spMk id="9" creationId="{07570651-6BBC-19C7-493A-9D04F1B1614A}"/>
          </ac:spMkLst>
        </pc:spChg>
        <pc:spChg chg="add del mod">
          <ac:chgData name="자만 와심" userId="d15bba0a-8573-4fd8-a465-7f09b55f1cdb" providerId="ADAL" clId="{D4BC76FC-A52F-4003-A9C4-9CE603D89705}" dt="2025-12-20T09:56:27.642" v="204"/>
          <ac:spMkLst>
            <pc:docMk/>
            <pc:sldMk cId="1432509938" sldId="256"/>
            <ac:spMk id="12" creationId="{66CC2FF0-C604-65A1-2B1A-4C7C9D7C5453}"/>
          </ac:spMkLst>
        </pc:spChg>
        <pc:spChg chg="add mod">
          <ac:chgData name="자만 와심" userId="d15bba0a-8573-4fd8-a465-7f09b55f1cdb" providerId="ADAL" clId="{D4BC76FC-A52F-4003-A9C4-9CE603D89705}" dt="2025-12-20T09:58:40.780" v="297" actId="1076"/>
          <ac:spMkLst>
            <pc:docMk/>
            <pc:sldMk cId="1432509938" sldId="256"/>
            <ac:spMk id="13" creationId="{63A1EBE6-3278-D4EC-44D3-98202EAD0D38}"/>
          </ac:spMkLst>
        </pc:spChg>
        <pc:spChg chg="add del mod">
          <ac:chgData name="자만 와심" userId="d15bba0a-8573-4fd8-a465-7f09b55f1cdb" providerId="ADAL" clId="{D4BC76FC-A52F-4003-A9C4-9CE603D89705}" dt="2025-12-20T09:57:24.126" v="232" actId="478"/>
          <ac:spMkLst>
            <pc:docMk/>
            <pc:sldMk cId="1432509938" sldId="256"/>
            <ac:spMk id="14" creationId="{99BC7F36-CB2A-21F3-5236-62F84A92DA93}"/>
          </ac:spMkLst>
        </pc:spChg>
        <pc:spChg chg="add mod">
          <ac:chgData name="자만 와심" userId="d15bba0a-8573-4fd8-a465-7f09b55f1cdb" providerId="ADAL" clId="{D4BC76FC-A52F-4003-A9C4-9CE603D89705}" dt="2025-12-20T09:58:05.767" v="291" actId="313"/>
          <ac:spMkLst>
            <pc:docMk/>
            <pc:sldMk cId="1432509938" sldId="256"/>
            <ac:spMk id="15" creationId="{F7FC1D23-DB50-0048-7F54-BEB85A9E1A0F}"/>
          </ac:spMkLst>
        </pc:spChg>
        <pc:spChg chg="add mod">
          <ac:chgData name="자만 와심" userId="d15bba0a-8573-4fd8-a465-7f09b55f1cdb" providerId="ADAL" clId="{D4BC76FC-A52F-4003-A9C4-9CE603D89705}" dt="2025-12-20T09:58:26.610" v="296" actId="207"/>
          <ac:spMkLst>
            <pc:docMk/>
            <pc:sldMk cId="1432509938" sldId="256"/>
            <ac:spMk id="16" creationId="{F8C454FF-320E-D39E-EEFD-B4489B8B94A8}"/>
          </ac:spMkLst>
        </pc:spChg>
        <pc:spChg chg="add mod">
          <ac:chgData name="자만 와심" userId="d15bba0a-8573-4fd8-a465-7f09b55f1cdb" providerId="ADAL" clId="{D4BC76FC-A52F-4003-A9C4-9CE603D89705}" dt="2025-12-20T09:59:27.173" v="322" actId="20577"/>
          <ac:spMkLst>
            <pc:docMk/>
            <pc:sldMk cId="1432509938" sldId="256"/>
            <ac:spMk id="17" creationId="{71BEE166-4DC9-93C9-FBA6-3BE233A43B1E}"/>
          </ac:spMkLst>
        </pc:spChg>
        <pc:spChg chg="add mod">
          <ac:chgData name="자만 와심" userId="d15bba0a-8573-4fd8-a465-7f09b55f1cdb" providerId="ADAL" clId="{D4BC76FC-A52F-4003-A9C4-9CE603D89705}" dt="2025-12-20T09:59:41.188" v="325" actId="1076"/>
          <ac:spMkLst>
            <pc:docMk/>
            <pc:sldMk cId="1432509938" sldId="256"/>
            <ac:spMk id="18" creationId="{A2D9DDCE-2C87-A26B-EECB-DE551081CD2F}"/>
          </ac:spMkLst>
        </pc:spChg>
        <pc:spChg chg="add mod">
          <ac:chgData name="자만 와심" userId="d15bba0a-8573-4fd8-a465-7f09b55f1cdb" providerId="ADAL" clId="{D4BC76FC-A52F-4003-A9C4-9CE603D89705}" dt="2025-12-20T10:01:40.098" v="366" actId="1076"/>
          <ac:spMkLst>
            <pc:docMk/>
            <pc:sldMk cId="1432509938" sldId="256"/>
            <ac:spMk id="19" creationId="{FAA68DC6-8901-C776-ACF1-01C7D08BF468}"/>
          </ac:spMkLst>
        </pc:spChg>
        <pc:spChg chg="add mod">
          <ac:chgData name="자만 와심" userId="d15bba0a-8573-4fd8-a465-7f09b55f1cdb" providerId="ADAL" clId="{D4BC76FC-A52F-4003-A9C4-9CE603D89705}" dt="2025-12-20T10:00:11.578" v="328" actId="1076"/>
          <ac:spMkLst>
            <pc:docMk/>
            <pc:sldMk cId="1432509938" sldId="256"/>
            <ac:spMk id="20" creationId="{C7290157-2007-42EC-6C8F-EC6500E547B8}"/>
          </ac:spMkLst>
        </pc:spChg>
        <pc:spChg chg="add mod">
          <ac:chgData name="자만 와심" userId="d15bba0a-8573-4fd8-a465-7f09b55f1cdb" providerId="ADAL" clId="{D4BC76FC-A52F-4003-A9C4-9CE603D89705}" dt="2025-12-20T10:32:26.610" v="797" actId="404"/>
          <ac:spMkLst>
            <pc:docMk/>
            <pc:sldMk cId="1432509938" sldId="256"/>
            <ac:spMk id="25" creationId="{B007389A-A863-4439-A58D-E80DD458ACD9}"/>
          </ac:spMkLst>
        </pc:spChg>
        <pc:spChg chg="add mod">
          <ac:chgData name="자만 와심" userId="d15bba0a-8573-4fd8-a465-7f09b55f1cdb" providerId="ADAL" clId="{D4BC76FC-A52F-4003-A9C4-9CE603D89705}" dt="2025-12-20T10:32:32.891" v="800" actId="20577"/>
          <ac:spMkLst>
            <pc:docMk/>
            <pc:sldMk cId="1432509938" sldId="256"/>
            <ac:spMk id="27" creationId="{AED8D5A8-9B6F-F3A6-EA65-CA877852EAA3}"/>
          </ac:spMkLst>
        </pc:spChg>
        <pc:spChg chg="add mod">
          <ac:chgData name="자만 와심" userId="d15bba0a-8573-4fd8-a465-7f09b55f1cdb" providerId="ADAL" clId="{D4BC76FC-A52F-4003-A9C4-9CE603D89705}" dt="2025-12-20T10:30:48.313" v="719" actId="1076"/>
          <ac:spMkLst>
            <pc:docMk/>
            <pc:sldMk cId="1432509938" sldId="256"/>
            <ac:spMk id="28" creationId="{AA8474D2-E3C9-5A91-80D3-DA38B410FD3F}"/>
          </ac:spMkLst>
        </pc:spChg>
        <pc:spChg chg="add mod">
          <ac:chgData name="자만 와심" userId="d15bba0a-8573-4fd8-a465-7f09b55f1cdb" providerId="ADAL" clId="{D4BC76FC-A52F-4003-A9C4-9CE603D89705}" dt="2025-12-20T10:30:44.763" v="718" actId="1076"/>
          <ac:spMkLst>
            <pc:docMk/>
            <pc:sldMk cId="1432509938" sldId="256"/>
            <ac:spMk id="29" creationId="{92CA5D74-6F39-E89D-93C1-D43F0FD5A67A}"/>
          </ac:spMkLst>
        </pc:spChg>
        <pc:spChg chg="add del mod">
          <ac:chgData name="자만 와심" userId="d15bba0a-8573-4fd8-a465-7f09b55f1cdb" providerId="ADAL" clId="{D4BC76FC-A52F-4003-A9C4-9CE603D89705}" dt="2025-12-20T10:10:14.469" v="436" actId="11529"/>
          <ac:spMkLst>
            <pc:docMk/>
            <pc:sldMk cId="1432509938" sldId="256"/>
            <ac:spMk id="35" creationId="{70C1E6EF-DFB5-5D78-D390-14A491EAE45B}"/>
          </ac:spMkLst>
        </pc:spChg>
        <pc:spChg chg="add mod">
          <ac:chgData name="자만 와심" userId="d15bba0a-8573-4fd8-a465-7f09b55f1cdb" providerId="ADAL" clId="{D4BC76FC-A52F-4003-A9C4-9CE603D89705}" dt="2025-12-20T10:10:12.462" v="434" actId="1076"/>
          <ac:spMkLst>
            <pc:docMk/>
            <pc:sldMk cId="1432509938" sldId="256"/>
            <ac:spMk id="36" creationId="{82AEFD92-D559-D4D2-ACD4-3817E02398A6}"/>
          </ac:spMkLst>
        </pc:spChg>
        <pc:spChg chg="add mod">
          <ac:chgData name="자만 와심" userId="d15bba0a-8573-4fd8-a465-7f09b55f1cdb" providerId="ADAL" clId="{D4BC76FC-A52F-4003-A9C4-9CE603D89705}" dt="2025-12-20T10:09:59.814" v="430"/>
          <ac:spMkLst>
            <pc:docMk/>
            <pc:sldMk cId="1432509938" sldId="256"/>
            <ac:spMk id="37" creationId="{A427DBCD-8334-B1C9-D914-A2482B4D86EA}"/>
          </ac:spMkLst>
        </pc:spChg>
        <pc:spChg chg="add mod">
          <ac:chgData name="자만 와심" userId="d15bba0a-8573-4fd8-a465-7f09b55f1cdb" providerId="ADAL" clId="{D4BC76FC-A52F-4003-A9C4-9CE603D89705}" dt="2025-12-20T10:10:00.142" v="431"/>
          <ac:spMkLst>
            <pc:docMk/>
            <pc:sldMk cId="1432509938" sldId="256"/>
            <ac:spMk id="38" creationId="{58D63615-0D19-1FA6-175C-5F830683F147}"/>
          </ac:spMkLst>
        </pc:spChg>
        <pc:spChg chg="add mod">
          <ac:chgData name="자만 와심" userId="d15bba0a-8573-4fd8-a465-7f09b55f1cdb" providerId="ADAL" clId="{D4BC76FC-A52F-4003-A9C4-9CE603D89705}" dt="2025-12-20T10:10:00.659" v="432"/>
          <ac:spMkLst>
            <pc:docMk/>
            <pc:sldMk cId="1432509938" sldId="256"/>
            <ac:spMk id="39" creationId="{37D9FC98-726B-1CC6-7E6E-9A952B3A5321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40" creationId="{2BA2525E-2A61-77B3-A3BC-99FA2807837E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41" creationId="{6BD4737B-B733-D49D-74E2-900852E8F61F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42" creationId="{D838B1EC-8458-F0D6-AF6E-BF2157696A4A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43" creationId="{8EC76EB3-6EFD-C7A9-2866-147DA60903BD}"/>
          </ac:spMkLst>
        </pc:spChg>
        <pc:spChg chg="add del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44" creationId="{7642E336-23C3-1EAF-0632-BB8E83ACA766}"/>
          </ac:spMkLst>
        </pc:spChg>
        <pc:spChg chg="add del mod">
          <ac:chgData name="자만 와심" userId="d15bba0a-8573-4fd8-a465-7f09b55f1cdb" providerId="ADAL" clId="{D4BC76FC-A52F-4003-A9C4-9CE603D89705}" dt="2025-12-20T10:12:08.005" v="462" actId="478"/>
          <ac:spMkLst>
            <pc:docMk/>
            <pc:sldMk cId="1432509938" sldId="256"/>
            <ac:spMk id="45" creationId="{999D40C6-1174-630A-EE87-087142D4ACB0}"/>
          </ac:spMkLst>
        </pc:spChg>
        <pc:spChg chg="add del mod">
          <ac:chgData name="자만 와심" userId="d15bba0a-8573-4fd8-a465-7f09b55f1cdb" providerId="ADAL" clId="{D4BC76FC-A52F-4003-A9C4-9CE603D89705}" dt="2025-12-20T10:12:08.005" v="462" actId="478"/>
          <ac:spMkLst>
            <pc:docMk/>
            <pc:sldMk cId="1432509938" sldId="256"/>
            <ac:spMk id="46" creationId="{90B6A7FD-D7C5-2AC6-38C7-B7DE2EA2CF8E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47" creationId="{7958D006-F0D2-EB07-93EF-6C7631806B25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48" creationId="{C9D63710-8D8F-290A-FF59-6C47CFCBB3FB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49" creationId="{C62015A3-7E7E-9030-A3CC-CC3EA8212905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50" creationId="{C351E20F-1A2C-34A2-CA67-348B6B67EBD8}"/>
          </ac:spMkLst>
        </pc:spChg>
        <pc:spChg chg="add mod">
          <ac:chgData name="자만 와심" userId="d15bba0a-8573-4fd8-a465-7f09b55f1cdb" providerId="ADAL" clId="{D4BC76FC-A52F-4003-A9C4-9CE603D89705}" dt="2025-12-20T10:16:44.531" v="545" actId="1037"/>
          <ac:spMkLst>
            <pc:docMk/>
            <pc:sldMk cId="1432509938" sldId="256"/>
            <ac:spMk id="51" creationId="{6AB268EE-3D61-3A4E-648A-8C9D3ECEE5C0}"/>
          </ac:spMkLst>
        </pc:spChg>
        <pc:spChg chg="add mod">
          <ac:chgData name="자만 와심" userId="d15bba0a-8573-4fd8-a465-7f09b55f1cdb" providerId="ADAL" clId="{D4BC76FC-A52F-4003-A9C4-9CE603D89705}" dt="2025-12-20T10:16:39.082" v="536" actId="1076"/>
          <ac:spMkLst>
            <pc:docMk/>
            <pc:sldMk cId="1432509938" sldId="256"/>
            <ac:spMk id="56" creationId="{20BF3E18-26DE-A913-4C03-BDBD0B67AF66}"/>
          </ac:spMkLst>
        </pc:spChg>
        <pc:spChg chg="add mod">
          <ac:chgData name="자만 와심" userId="d15bba0a-8573-4fd8-a465-7f09b55f1cdb" providerId="ADAL" clId="{D4BC76FC-A52F-4003-A9C4-9CE603D89705}" dt="2025-12-20T10:16:39.082" v="536" actId="1076"/>
          <ac:spMkLst>
            <pc:docMk/>
            <pc:sldMk cId="1432509938" sldId="256"/>
            <ac:spMk id="57" creationId="{6307E123-0A75-5A30-9CB3-492FA5815F0C}"/>
          </ac:spMkLst>
        </pc:spChg>
        <pc:spChg chg="add mod">
          <ac:chgData name="자만 와심" userId="d15bba0a-8573-4fd8-a465-7f09b55f1cdb" providerId="ADAL" clId="{D4BC76FC-A52F-4003-A9C4-9CE603D89705}" dt="2025-12-20T10:16:39.082" v="536" actId="1076"/>
          <ac:spMkLst>
            <pc:docMk/>
            <pc:sldMk cId="1432509938" sldId="256"/>
            <ac:spMk id="58" creationId="{E4D5FE6B-86D0-BAA2-BC57-582A96F7D4E6}"/>
          </ac:spMkLst>
        </pc:spChg>
        <pc:spChg chg="add mod">
          <ac:chgData name="자만 와심" userId="d15bba0a-8573-4fd8-a465-7f09b55f1cdb" providerId="ADAL" clId="{D4BC76FC-A52F-4003-A9C4-9CE603D89705}" dt="2025-12-20T10:16:39.082" v="536" actId="1076"/>
          <ac:spMkLst>
            <pc:docMk/>
            <pc:sldMk cId="1432509938" sldId="256"/>
            <ac:spMk id="59" creationId="{777A89AF-EBB1-9B5E-B416-2E029CB6DAAE}"/>
          </ac:spMkLst>
        </pc:spChg>
        <pc:spChg chg="add mod">
          <ac:chgData name="자만 와심" userId="d15bba0a-8573-4fd8-a465-7f09b55f1cdb" providerId="ADAL" clId="{D4BC76FC-A52F-4003-A9C4-9CE603D89705}" dt="2025-12-20T10:17:55.864" v="552" actId="13822"/>
          <ac:spMkLst>
            <pc:docMk/>
            <pc:sldMk cId="1432509938" sldId="256"/>
            <ac:spMk id="60" creationId="{46ADE0D9-AF2B-B7FE-FA5E-D505E0533EA2}"/>
          </ac:spMkLst>
        </pc:spChg>
        <pc:spChg chg="add mod">
          <ac:chgData name="자만 와심" userId="d15bba0a-8573-4fd8-a465-7f09b55f1cdb" providerId="ADAL" clId="{D4BC76FC-A52F-4003-A9C4-9CE603D89705}" dt="2025-12-20T10:16:39.082" v="536" actId="1076"/>
          <ac:spMkLst>
            <pc:docMk/>
            <pc:sldMk cId="1432509938" sldId="256"/>
            <ac:spMk id="61" creationId="{CE7D0937-1B90-D607-C52C-DD1B3C66483E}"/>
          </ac:spMkLst>
        </pc:spChg>
        <pc:spChg chg="add mod">
          <ac:chgData name="자만 와심" userId="d15bba0a-8573-4fd8-a465-7f09b55f1cdb" providerId="ADAL" clId="{D4BC76FC-A52F-4003-A9C4-9CE603D89705}" dt="2025-12-20T10:17:58.931" v="553" actId="13822"/>
          <ac:spMkLst>
            <pc:docMk/>
            <pc:sldMk cId="1432509938" sldId="256"/>
            <ac:spMk id="62" creationId="{7C5AC50D-E051-46DC-1203-F84FB02E8B51}"/>
          </ac:spMkLst>
        </pc:spChg>
        <pc:spChg chg="add mod">
          <ac:chgData name="자만 와심" userId="d15bba0a-8573-4fd8-a465-7f09b55f1cdb" providerId="ADAL" clId="{D4BC76FC-A52F-4003-A9C4-9CE603D89705}" dt="2025-12-20T10:18:01.664" v="554" actId="13822"/>
          <ac:spMkLst>
            <pc:docMk/>
            <pc:sldMk cId="1432509938" sldId="256"/>
            <ac:spMk id="63" creationId="{049829A3-0299-98D4-33FF-973A9015A880}"/>
          </ac:spMkLst>
        </pc:spChg>
        <pc:spChg chg="add mod">
          <ac:chgData name="자만 와심" userId="d15bba0a-8573-4fd8-a465-7f09b55f1cdb" providerId="ADAL" clId="{D4BC76FC-A52F-4003-A9C4-9CE603D89705}" dt="2025-12-20T10:30:32.282" v="716" actId="207"/>
          <ac:spMkLst>
            <pc:docMk/>
            <pc:sldMk cId="1432509938" sldId="256"/>
            <ac:spMk id="64" creationId="{CA84503A-CD44-F500-77E8-BC8D13EC8000}"/>
          </ac:spMkLst>
        </pc:spChg>
        <pc:spChg chg="add mod">
          <ac:chgData name="자만 와심" userId="d15bba0a-8573-4fd8-a465-7f09b55f1cdb" providerId="ADAL" clId="{D4BC76FC-A52F-4003-A9C4-9CE603D89705}" dt="2025-12-20T10:30:36.905" v="717" actId="207"/>
          <ac:spMkLst>
            <pc:docMk/>
            <pc:sldMk cId="1432509938" sldId="256"/>
            <ac:spMk id="65" creationId="{FA2AB49B-0D41-A62A-A793-9BFBF49CB2D6}"/>
          </ac:spMkLst>
        </pc:spChg>
        <pc:spChg chg="add mod">
          <ac:chgData name="자만 와심" userId="d15bba0a-8573-4fd8-a465-7f09b55f1cdb" providerId="ADAL" clId="{D4BC76FC-A52F-4003-A9C4-9CE603D89705}" dt="2025-12-20T10:16:55.765" v="547" actId="1076"/>
          <ac:spMkLst>
            <pc:docMk/>
            <pc:sldMk cId="1432509938" sldId="256"/>
            <ac:spMk id="66" creationId="{173B4DE9-5C82-FF63-740F-B9DAC6F7B5EB}"/>
          </ac:spMkLst>
        </pc:spChg>
        <pc:spChg chg="add mod">
          <ac:chgData name="자만 와심" userId="d15bba0a-8573-4fd8-a465-7f09b55f1cdb" providerId="ADAL" clId="{D4BC76FC-A52F-4003-A9C4-9CE603D89705}" dt="2025-12-20T10:18:33.264" v="561" actId="1076"/>
          <ac:spMkLst>
            <pc:docMk/>
            <pc:sldMk cId="1432509938" sldId="256"/>
            <ac:spMk id="67" creationId="{E84046D1-433D-C601-B36D-A103E9AEF362}"/>
          </ac:spMkLst>
        </pc:spChg>
        <pc:spChg chg="add mod">
          <ac:chgData name="자만 와심" userId="d15bba0a-8573-4fd8-a465-7f09b55f1cdb" providerId="ADAL" clId="{D4BC76FC-A52F-4003-A9C4-9CE603D89705}" dt="2025-12-20T10:18:14.631" v="557" actId="1076"/>
          <ac:spMkLst>
            <pc:docMk/>
            <pc:sldMk cId="1432509938" sldId="256"/>
            <ac:spMk id="68" creationId="{9CBA25A9-1336-FF84-ED4D-B2D087BCD6A9}"/>
          </ac:spMkLst>
        </pc:spChg>
        <pc:spChg chg="add del mod">
          <ac:chgData name="자만 와심" userId="d15bba0a-8573-4fd8-a465-7f09b55f1cdb" providerId="ADAL" clId="{D4BC76FC-A52F-4003-A9C4-9CE603D89705}" dt="2025-12-20T10:20:42.590" v="592" actId="478"/>
          <ac:spMkLst>
            <pc:docMk/>
            <pc:sldMk cId="1432509938" sldId="256"/>
            <ac:spMk id="74" creationId="{4296F871-B391-1C77-F586-07B81453A34E}"/>
          </ac:spMkLst>
        </pc:spChg>
        <pc:spChg chg="add mod">
          <ac:chgData name="자만 와심" userId="d15bba0a-8573-4fd8-a465-7f09b55f1cdb" providerId="ADAL" clId="{D4BC76FC-A52F-4003-A9C4-9CE603D89705}" dt="2025-12-20T10:20:57.248" v="594" actId="1076"/>
          <ac:spMkLst>
            <pc:docMk/>
            <pc:sldMk cId="1432509938" sldId="256"/>
            <ac:spMk id="75" creationId="{E8412E7E-1119-A159-E88E-AF63ECA881C2}"/>
          </ac:spMkLst>
        </pc:spChg>
        <pc:spChg chg="add mod">
          <ac:chgData name="자만 와심" userId="d15bba0a-8573-4fd8-a465-7f09b55f1cdb" providerId="ADAL" clId="{D4BC76FC-A52F-4003-A9C4-9CE603D89705}" dt="2025-12-20T10:21:28.207" v="615" actId="1076"/>
          <ac:spMkLst>
            <pc:docMk/>
            <pc:sldMk cId="1432509938" sldId="256"/>
            <ac:spMk id="76" creationId="{0E8C6E61-8252-4EA4-4135-C6667828D9E5}"/>
          </ac:spMkLst>
        </pc:spChg>
        <pc:spChg chg="add mod">
          <ac:chgData name="자만 와심" userId="d15bba0a-8573-4fd8-a465-7f09b55f1cdb" providerId="ADAL" clId="{D4BC76FC-A52F-4003-A9C4-9CE603D89705}" dt="2025-12-20T10:21:48.747" v="618" actId="14100"/>
          <ac:spMkLst>
            <pc:docMk/>
            <pc:sldMk cId="1432509938" sldId="256"/>
            <ac:spMk id="77" creationId="{DB957D05-3C9D-C9B2-2CE9-F78C1AD9AEB7}"/>
          </ac:spMkLst>
        </pc:spChg>
        <pc:spChg chg="add mod">
          <ac:chgData name="자만 와심" userId="d15bba0a-8573-4fd8-a465-7f09b55f1cdb" providerId="ADAL" clId="{D4BC76FC-A52F-4003-A9C4-9CE603D89705}" dt="2025-12-20T10:22:37.370" v="664" actId="14100"/>
          <ac:spMkLst>
            <pc:docMk/>
            <pc:sldMk cId="1432509938" sldId="256"/>
            <ac:spMk id="78" creationId="{427AAB47-E6B9-6128-CB0C-724AF8CC2E84}"/>
          </ac:spMkLst>
        </pc:spChg>
        <pc:spChg chg="add mod">
          <ac:chgData name="자만 와심" userId="d15bba0a-8573-4fd8-a465-7f09b55f1cdb" providerId="ADAL" clId="{D4BC76FC-A52F-4003-A9C4-9CE603D89705}" dt="2025-12-20T10:29:54.079" v="715" actId="1076"/>
          <ac:spMkLst>
            <pc:docMk/>
            <pc:sldMk cId="1432509938" sldId="256"/>
            <ac:spMk id="79" creationId="{7E3357E4-D0AA-B580-ECFA-20F058724960}"/>
          </ac:spMkLst>
        </pc:spChg>
        <pc:grpChg chg="add mod">
          <ac:chgData name="자만 와심" userId="d15bba0a-8573-4fd8-a465-7f09b55f1cdb" providerId="ADAL" clId="{D4BC76FC-A52F-4003-A9C4-9CE603D89705}" dt="2025-12-20T09:55:22.833" v="193" actId="164"/>
          <ac:grpSpMkLst>
            <pc:docMk/>
            <pc:sldMk cId="1432509938" sldId="256"/>
            <ac:grpSpMk id="10" creationId="{17C7B994-8B7D-AE0E-3F6C-B39B4709D47A}"/>
          </ac:grpSpMkLst>
        </pc:grpChg>
        <pc:grpChg chg="add mod">
          <ac:chgData name="자만 와심" userId="d15bba0a-8573-4fd8-a465-7f09b55f1cdb" providerId="ADAL" clId="{D4BC76FC-A52F-4003-A9C4-9CE603D89705}" dt="2025-12-20T09:55:26.282" v="194" actId="1076"/>
          <ac:grpSpMkLst>
            <pc:docMk/>
            <pc:sldMk cId="1432509938" sldId="256"/>
            <ac:grpSpMk id="11" creationId="{8DD70DEC-66C8-4648-30F0-1F69263A9066}"/>
          </ac:grpSpMkLst>
        </pc:grpChg>
        <pc:graphicFrameChg chg="add del mod modGraphic">
          <ac:chgData name="자만 와심" userId="d15bba0a-8573-4fd8-a465-7f09b55f1cdb" providerId="ADAL" clId="{D4BC76FC-A52F-4003-A9C4-9CE603D89705}" dt="2025-12-20T09:40:17.940" v="93" actId="478"/>
          <ac:graphicFrameMkLst>
            <pc:docMk/>
            <pc:sldMk cId="1432509938" sldId="256"/>
            <ac:graphicFrameMk id="4" creationId="{84A0DA5B-7FD0-59F3-262C-413AFD0CAD12}"/>
          </ac:graphicFrameMkLst>
        </pc:graphicFrameChg>
        <pc:cxnChg chg="add del mod">
          <ac:chgData name="자만 와심" userId="d15bba0a-8573-4fd8-a465-7f09b55f1cdb" providerId="ADAL" clId="{D4BC76FC-A52F-4003-A9C4-9CE603D89705}" dt="2025-12-20T10:02:12.189" v="368" actId="478"/>
          <ac:cxnSpMkLst>
            <pc:docMk/>
            <pc:sldMk cId="1432509938" sldId="256"/>
            <ac:cxnSpMk id="22" creationId="{5C6A9679-AF26-B5FC-0855-A8D283346347}"/>
          </ac:cxnSpMkLst>
        </pc:cxnChg>
        <pc:cxnChg chg="add mod">
          <ac:chgData name="자만 와심" userId="d15bba0a-8573-4fd8-a465-7f09b55f1cdb" providerId="ADAL" clId="{D4BC76FC-A52F-4003-A9C4-9CE603D89705}" dt="2025-12-20T10:16:16.657" v="533" actId="1076"/>
          <ac:cxnSpMkLst>
            <pc:docMk/>
            <pc:sldMk cId="1432509938" sldId="256"/>
            <ac:cxnSpMk id="24" creationId="{F07FAFE9-AFA9-1516-63EF-1C83AA599AA8}"/>
          </ac:cxnSpMkLst>
        </pc:cxnChg>
        <pc:cxnChg chg="add mod">
          <ac:chgData name="자만 와심" userId="d15bba0a-8573-4fd8-a465-7f09b55f1cdb" providerId="ADAL" clId="{D4BC76FC-A52F-4003-A9C4-9CE603D89705}" dt="2025-12-20T10:18:28.552" v="560" actId="14100"/>
          <ac:cxnSpMkLst>
            <pc:docMk/>
            <pc:sldMk cId="1432509938" sldId="256"/>
            <ac:cxnSpMk id="31" creationId="{937F4071-E93C-5887-E071-3630CD1F42C1}"/>
          </ac:cxnSpMkLst>
        </pc:cxnChg>
        <pc:cxnChg chg="add mod">
          <ac:chgData name="자만 와심" userId="d15bba0a-8573-4fd8-a465-7f09b55f1cdb" providerId="ADAL" clId="{D4BC76FC-A52F-4003-A9C4-9CE603D89705}" dt="2025-12-20T10:19:04.465" v="564" actId="1076"/>
          <ac:cxnSpMkLst>
            <pc:docMk/>
            <pc:sldMk cId="1432509938" sldId="256"/>
            <ac:cxnSpMk id="73" creationId="{02034FC4-D07B-4038-AB43-25B9D55F2A0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384C-D0B9-C69B-910A-8B1F755A9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1A96A-B98A-746A-3BAC-46D2E0259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D7DE7-2528-B8BF-BED8-C9A482FE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1055C-5716-62BC-D231-4F0EC2E9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75672-9729-F15C-84A4-C23BDC3E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8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DD67-B6C6-43E9-9435-886C8F01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60891-8CE6-EAF9-7657-C6DA103E0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9DF8-5047-2E04-C941-BBDC536A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4AC85-AA20-4F23-9BFF-BACDE380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9552F-2011-7AC8-E19D-946FE93C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3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C08E3-24EE-F654-26FB-650E8486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8DEF0-3207-0B6D-3F2F-172FC2C6B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C9D0-D41F-A433-97FD-9ADC2D21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9801-4DFE-AFCE-BC61-61ACEABA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BC9A3-3E61-7F93-3495-87B1C6AC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5C32-5811-014D-2DA1-D603018AB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D7ED-F12A-CE66-353F-6F3005F53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331F8-E709-41EC-0768-6693D3541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60FE4-858B-E253-92A7-5EF68062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B26E7-D015-FA98-5800-810EC6C4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D64AC-4842-77AF-DFDA-2C4ECF73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5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4F7D-30FC-3285-4B0C-1AD5C0CFD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2C6E3-2B73-F920-6368-6D4F2C28A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B6422-A729-C7D2-2C05-A4CA1DDBA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7F695-BF95-01E4-72CF-447E1C082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0FE0E-9AFE-BDC5-BAC0-84D7E4C0F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91FE2-6995-6780-2B78-EFFDEBEC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05F7B3-30AB-0519-418C-E7A95F2F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B24B5-794F-1DF7-9C35-D1B521FF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3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6760C-80F0-A7AB-3604-B8B096F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786AF-A4BB-79CA-902D-D57093DA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A2AF6-641A-D6DD-FCCA-2B4F26F7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82C98-9190-62EF-EBCA-DDA825AB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8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D6354-8837-344D-1319-9D1187912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87A81-F6DB-4998-195D-9BE3052A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DFE78-A6CF-9B73-5FC8-ED6C4F60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6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20FB-C6D0-7274-0DAF-BBEA0D1A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97122-7E6E-C826-83AA-D4508B6FD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C6D9F-993A-A487-8EA1-26B623F71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82E0A-A4B3-0316-F297-60384AF1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268CA-C2C2-606D-5E1E-53FD54DE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5A8A7-05D3-64D0-6A5E-6CB5878B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7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E1ED-EAF4-64A6-4415-A5A7F911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19512-5EFD-B042-09D6-02E5288AF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6AC44-AD5E-A027-BA4E-57340C6C7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205B9-156A-A039-5603-E540D334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8D681-975B-1BBC-2039-9F687894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C7FB1-42BB-7667-BE84-E5F7DFC5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8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F142-2B04-0283-E21F-4C0B2FEB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EDB43-D299-4465-E55B-84C7CF171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23674-0850-3C58-C253-8CEA1DE4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3538E-E67A-969D-1605-9A4BAC29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65086-1AE8-9764-260A-BE5523B4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2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BEFD1-C8C7-9039-F3A3-6DBCE996A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519DC-87E3-19BE-1AFF-603E3BA3C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D420B-9ED5-4A03-FDEC-B7559645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5E322-BF2C-9AA4-FD10-6040C5BA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E5D4E-AEF5-5082-6614-88F8FE42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0C49CE-BE30-4159-3C28-6C9734E0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A7359-B998-BC1B-A288-2097B03E8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2D1A8-5C7A-B531-DA24-06EAEDD2E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06A04-85F3-48D0-A888-C12B8E8CDA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9C639-9730-68F3-4D73-4373BAEEB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273E0-4F85-AB8F-BE83-D1D5BED31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5EA84-2E68-428F-B1A6-B8973E34A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4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95EA76-C9E4-A12F-C7DB-F9C18B7593AA}"/>
              </a:ext>
            </a:extLst>
          </p:cNvPr>
          <p:cNvSpPr/>
          <p:nvPr/>
        </p:nvSpPr>
        <p:spPr>
          <a:xfrm>
            <a:off x="633744" y="984968"/>
            <a:ext cx="3856776" cy="1032096"/>
          </a:xfrm>
          <a:prstGeom prst="roundRect">
            <a:avLst>
              <a:gd name="adj" fmla="val 1127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62E4FF-F86F-95AF-36A2-86F777741D79}"/>
              </a:ext>
            </a:extLst>
          </p:cNvPr>
          <p:cNvSpPr/>
          <p:nvPr/>
        </p:nvSpPr>
        <p:spPr>
          <a:xfrm>
            <a:off x="830942" y="1164530"/>
            <a:ext cx="981065" cy="5631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Bearing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75F7F7-92AE-8B99-FB54-8C96816DCC67}"/>
              </a:ext>
            </a:extLst>
          </p:cNvPr>
          <p:cNvSpPr/>
          <p:nvPr/>
        </p:nvSpPr>
        <p:spPr>
          <a:xfrm>
            <a:off x="2784403" y="1153970"/>
            <a:ext cx="801458" cy="5794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59425C-F7D5-BBF5-3148-35C92E38D6FB}"/>
              </a:ext>
            </a:extLst>
          </p:cNvPr>
          <p:cNvSpPr/>
          <p:nvPr/>
        </p:nvSpPr>
        <p:spPr>
          <a:xfrm>
            <a:off x="1896048" y="1164530"/>
            <a:ext cx="778598" cy="5794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77F6E-F5A4-1313-67F2-F2DCF96BE166}"/>
              </a:ext>
            </a:extLst>
          </p:cNvPr>
          <p:cNvSpPr/>
          <p:nvPr/>
        </p:nvSpPr>
        <p:spPr>
          <a:xfrm>
            <a:off x="3627881" y="1153970"/>
            <a:ext cx="778598" cy="5794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70651-6BBC-19C7-493A-9D04F1B1614A}"/>
              </a:ext>
            </a:extLst>
          </p:cNvPr>
          <p:cNvSpPr txBox="1"/>
          <p:nvPr/>
        </p:nvSpPr>
        <p:spPr>
          <a:xfrm>
            <a:off x="1485415" y="615636"/>
            <a:ext cx="2299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Rotating Machines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A1EBE6-3278-D4EC-44D3-98202EAD0D38}"/>
              </a:ext>
            </a:extLst>
          </p:cNvPr>
          <p:cNvSpPr/>
          <p:nvPr/>
        </p:nvSpPr>
        <p:spPr>
          <a:xfrm>
            <a:off x="633744" y="2441480"/>
            <a:ext cx="3856776" cy="9177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FC1D23-DB50-0048-7F54-BEB85A9E1A0F}"/>
              </a:ext>
            </a:extLst>
          </p:cNvPr>
          <p:cNvSpPr txBox="1"/>
          <p:nvPr/>
        </p:nvSpPr>
        <p:spPr>
          <a:xfrm>
            <a:off x="1134981" y="2660612"/>
            <a:ext cx="2814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Vibration Signal Acquisition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8C454FF-320E-D39E-EEFD-B4489B8B94A8}"/>
              </a:ext>
            </a:extLst>
          </p:cNvPr>
          <p:cNvSpPr/>
          <p:nvPr/>
        </p:nvSpPr>
        <p:spPr>
          <a:xfrm>
            <a:off x="2412750" y="2092164"/>
            <a:ext cx="298764" cy="274216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BEE166-4DC9-93C9-FBA6-3BE233A43B1E}"/>
              </a:ext>
            </a:extLst>
          </p:cNvPr>
          <p:cNvSpPr/>
          <p:nvPr/>
        </p:nvSpPr>
        <p:spPr>
          <a:xfrm>
            <a:off x="633745" y="3720974"/>
            <a:ext cx="3856776" cy="10320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Signal Preprocessing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2D9DDCE-2C87-A26B-EECB-DE551081CD2F}"/>
              </a:ext>
            </a:extLst>
          </p:cNvPr>
          <p:cNvSpPr/>
          <p:nvPr/>
        </p:nvSpPr>
        <p:spPr>
          <a:xfrm>
            <a:off x="2412750" y="3414174"/>
            <a:ext cx="298764" cy="274216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A68DC6-8901-C776-ACF1-01C7D08BF468}"/>
              </a:ext>
            </a:extLst>
          </p:cNvPr>
          <p:cNvSpPr/>
          <p:nvPr/>
        </p:nvSpPr>
        <p:spPr>
          <a:xfrm>
            <a:off x="633744" y="5157929"/>
            <a:ext cx="3856776" cy="10320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Log CWT Conversion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C7290157-2007-42EC-6C8F-EC6500E547B8}"/>
              </a:ext>
            </a:extLst>
          </p:cNvPr>
          <p:cNvSpPr/>
          <p:nvPr/>
        </p:nvSpPr>
        <p:spPr>
          <a:xfrm>
            <a:off x="2336441" y="4818392"/>
            <a:ext cx="298764" cy="274216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07FAFE9-AFA9-1516-63EF-1C83AA599AA8}"/>
              </a:ext>
            </a:extLst>
          </p:cNvPr>
          <p:cNvCxnSpPr>
            <a:cxnSpLocks/>
            <a:stCxn id="19" idx="3"/>
            <a:endCxn id="25" idx="2"/>
          </p:cNvCxnSpPr>
          <p:nvPr/>
        </p:nvCxnSpPr>
        <p:spPr>
          <a:xfrm flipV="1">
            <a:off x="4490520" y="1494604"/>
            <a:ext cx="1213834" cy="41793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Magnetic Disk 24">
            <a:extLst>
              <a:ext uri="{FF2B5EF4-FFF2-40B4-BE49-F238E27FC236}">
                <a16:creationId xmlns:a16="http://schemas.microsoft.com/office/drawing/2014/main" id="{B007389A-A863-4439-A58D-E80DD458ACD9}"/>
              </a:ext>
            </a:extLst>
          </p:cNvPr>
          <p:cNvSpPr/>
          <p:nvPr/>
        </p:nvSpPr>
        <p:spPr>
          <a:xfrm>
            <a:off x="5704354" y="1096251"/>
            <a:ext cx="1880104" cy="79670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Bearing, CP, Gear</a:t>
            </a:r>
          </a:p>
        </p:txBody>
      </p:sp>
      <p:sp>
        <p:nvSpPr>
          <p:cNvPr id="27" name="Flowchart: Magnetic Disk 26">
            <a:extLst>
              <a:ext uri="{FF2B5EF4-FFF2-40B4-BE49-F238E27FC236}">
                <a16:creationId xmlns:a16="http://schemas.microsoft.com/office/drawing/2014/main" id="{AED8D5A8-9B6F-F3A6-EA65-CA877852EAA3}"/>
              </a:ext>
            </a:extLst>
          </p:cNvPr>
          <p:cNvSpPr/>
          <p:nvPr/>
        </p:nvSpPr>
        <p:spPr>
          <a:xfrm>
            <a:off x="8771581" y="1111256"/>
            <a:ext cx="957315" cy="796704"/>
          </a:xfrm>
          <a:prstGeom prst="flowChartMagneticDisk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8474D2-E3C9-5A91-80D3-DA38B410FD3F}"/>
              </a:ext>
            </a:extLst>
          </p:cNvPr>
          <p:cNvSpPr txBox="1"/>
          <p:nvPr/>
        </p:nvSpPr>
        <p:spPr>
          <a:xfrm>
            <a:off x="5790141" y="772732"/>
            <a:ext cx="171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Source Log CWT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CA5D74-6F39-E89D-93C1-D43F0FD5A67A}"/>
              </a:ext>
            </a:extLst>
          </p:cNvPr>
          <p:cNvSpPr txBox="1"/>
          <p:nvPr/>
        </p:nvSpPr>
        <p:spPr>
          <a:xfrm>
            <a:off x="8330810" y="755435"/>
            <a:ext cx="188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Target Log CWT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37F4071-E93C-5887-E071-3630CD1F42C1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5097437" y="1509608"/>
            <a:ext cx="3674144" cy="494491"/>
          </a:xfrm>
          <a:prstGeom prst="bentConnector3">
            <a:avLst>
              <a:gd name="adj1" fmla="val 763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be 39">
            <a:extLst>
              <a:ext uri="{FF2B5EF4-FFF2-40B4-BE49-F238E27FC236}">
                <a16:creationId xmlns:a16="http://schemas.microsoft.com/office/drawing/2014/main" id="{2BA2525E-2A61-77B3-A3BC-99FA2807837E}"/>
              </a:ext>
            </a:extLst>
          </p:cNvPr>
          <p:cNvSpPr/>
          <p:nvPr/>
        </p:nvSpPr>
        <p:spPr>
          <a:xfrm>
            <a:off x="5667477" y="2303299"/>
            <a:ext cx="1880103" cy="35731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6BD4737B-B733-D49D-74E2-900852E8F61F}"/>
              </a:ext>
            </a:extLst>
          </p:cNvPr>
          <p:cNvSpPr/>
          <p:nvPr/>
        </p:nvSpPr>
        <p:spPr>
          <a:xfrm>
            <a:off x="5667477" y="2732371"/>
            <a:ext cx="1880103" cy="35731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D838B1EC-8458-F0D6-AF6E-BF2157696A4A}"/>
              </a:ext>
            </a:extLst>
          </p:cNvPr>
          <p:cNvSpPr/>
          <p:nvPr/>
        </p:nvSpPr>
        <p:spPr>
          <a:xfrm>
            <a:off x="5654463" y="3155847"/>
            <a:ext cx="1880103" cy="35731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8EC76EB3-6EFD-C7A9-2866-147DA60903BD}"/>
              </a:ext>
            </a:extLst>
          </p:cNvPr>
          <p:cNvSpPr/>
          <p:nvPr/>
        </p:nvSpPr>
        <p:spPr>
          <a:xfrm>
            <a:off x="5649371" y="3580949"/>
            <a:ext cx="1880103" cy="35731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7642E336-23C3-1EAF-0632-BB8E83ACA766}"/>
              </a:ext>
            </a:extLst>
          </p:cNvPr>
          <p:cNvSpPr/>
          <p:nvPr/>
        </p:nvSpPr>
        <p:spPr>
          <a:xfrm>
            <a:off x="5620701" y="4306354"/>
            <a:ext cx="1880103" cy="35731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58D006-F0D2-EB07-93EF-6C7631806B25}"/>
              </a:ext>
            </a:extLst>
          </p:cNvPr>
          <p:cNvSpPr txBox="1"/>
          <p:nvPr/>
        </p:nvSpPr>
        <p:spPr>
          <a:xfrm rot="5400000">
            <a:off x="6395683" y="3891476"/>
            <a:ext cx="423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D63710-8D8F-290A-FF59-6C47CFCBB3FB}"/>
              </a:ext>
            </a:extLst>
          </p:cNvPr>
          <p:cNvSpPr/>
          <p:nvPr/>
        </p:nvSpPr>
        <p:spPr>
          <a:xfrm>
            <a:off x="5951662" y="4826349"/>
            <a:ext cx="1329981" cy="1760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62015A3-7E7E-9030-A3CC-CC3EA8212905}"/>
              </a:ext>
            </a:extLst>
          </p:cNvPr>
          <p:cNvSpPr/>
          <p:nvPr/>
        </p:nvSpPr>
        <p:spPr>
          <a:xfrm>
            <a:off x="6216723" y="5157929"/>
            <a:ext cx="886700" cy="1760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C351E20F-1A2C-34A2-CA67-348B6B67EBD8}"/>
              </a:ext>
            </a:extLst>
          </p:cNvPr>
          <p:cNvSpPr/>
          <p:nvPr/>
        </p:nvSpPr>
        <p:spPr>
          <a:xfrm>
            <a:off x="5918711" y="5676256"/>
            <a:ext cx="1284081" cy="357313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Source Classes</a:t>
            </a: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6AB268EE-3D61-3A4E-648A-8C9D3ECEE5C0}"/>
              </a:ext>
            </a:extLst>
          </p:cNvPr>
          <p:cNvSpPr/>
          <p:nvPr/>
        </p:nvSpPr>
        <p:spPr>
          <a:xfrm>
            <a:off x="6452866" y="5391339"/>
            <a:ext cx="385495" cy="2620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20BF3E18-26DE-A913-4C03-BDBD0B67AF66}"/>
              </a:ext>
            </a:extLst>
          </p:cNvPr>
          <p:cNvSpPr/>
          <p:nvPr/>
        </p:nvSpPr>
        <p:spPr>
          <a:xfrm>
            <a:off x="8193581" y="2237137"/>
            <a:ext cx="1880103" cy="357314"/>
          </a:xfrm>
          <a:prstGeom prst="cub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6307E123-0A75-5A30-9CB3-492FA5815F0C}"/>
              </a:ext>
            </a:extLst>
          </p:cNvPr>
          <p:cNvSpPr/>
          <p:nvPr/>
        </p:nvSpPr>
        <p:spPr>
          <a:xfrm>
            <a:off x="8193581" y="2666209"/>
            <a:ext cx="1880103" cy="35731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E4D5FE6B-86D0-BAA2-BC57-582A96F7D4E6}"/>
              </a:ext>
            </a:extLst>
          </p:cNvPr>
          <p:cNvSpPr/>
          <p:nvPr/>
        </p:nvSpPr>
        <p:spPr>
          <a:xfrm>
            <a:off x="8180567" y="3089685"/>
            <a:ext cx="1880103" cy="35731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Cube 58">
            <a:extLst>
              <a:ext uri="{FF2B5EF4-FFF2-40B4-BE49-F238E27FC236}">
                <a16:creationId xmlns:a16="http://schemas.microsoft.com/office/drawing/2014/main" id="{777A89AF-EBB1-9B5E-B416-2E029CB6DAAE}"/>
              </a:ext>
            </a:extLst>
          </p:cNvPr>
          <p:cNvSpPr/>
          <p:nvPr/>
        </p:nvSpPr>
        <p:spPr>
          <a:xfrm>
            <a:off x="8175475" y="3514787"/>
            <a:ext cx="1880103" cy="35731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46ADE0D9-AF2B-B7FE-FA5E-D505E0533EA2}"/>
              </a:ext>
            </a:extLst>
          </p:cNvPr>
          <p:cNvSpPr/>
          <p:nvPr/>
        </p:nvSpPr>
        <p:spPr>
          <a:xfrm>
            <a:off x="8146805" y="4240192"/>
            <a:ext cx="1880103" cy="357314"/>
          </a:xfrm>
          <a:prstGeom prst="cub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7D0937-1B90-D607-C52C-DD1B3C66483E}"/>
              </a:ext>
            </a:extLst>
          </p:cNvPr>
          <p:cNvSpPr txBox="1"/>
          <p:nvPr/>
        </p:nvSpPr>
        <p:spPr>
          <a:xfrm rot="5400000">
            <a:off x="8921787" y="3825314"/>
            <a:ext cx="423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5AC50D-E051-46DC-1203-F84FB02E8B51}"/>
              </a:ext>
            </a:extLst>
          </p:cNvPr>
          <p:cNvSpPr/>
          <p:nvPr/>
        </p:nvSpPr>
        <p:spPr>
          <a:xfrm>
            <a:off x="8477766" y="4760187"/>
            <a:ext cx="1329981" cy="1760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49829A3-0299-98D4-33FF-973A9015A880}"/>
              </a:ext>
            </a:extLst>
          </p:cNvPr>
          <p:cNvSpPr/>
          <p:nvPr/>
        </p:nvSpPr>
        <p:spPr>
          <a:xfrm>
            <a:off x="8742827" y="5091767"/>
            <a:ext cx="886700" cy="1760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Parallelogram 63">
            <a:extLst>
              <a:ext uri="{FF2B5EF4-FFF2-40B4-BE49-F238E27FC236}">
                <a16:creationId xmlns:a16="http://schemas.microsoft.com/office/drawing/2014/main" id="{CA84503A-CD44-F500-77E8-BC8D13EC8000}"/>
              </a:ext>
            </a:extLst>
          </p:cNvPr>
          <p:cNvSpPr/>
          <p:nvPr/>
        </p:nvSpPr>
        <p:spPr>
          <a:xfrm>
            <a:off x="8444815" y="5610094"/>
            <a:ext cx="1284081" cy="357313"/>
          </a:xfrm>
          <a:prstGeom prst="parallelogram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Target Classes</a:t>
            </a:r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FA2AB49B-0D41-A62A-A793-9BFBF49CB2D6}"/>
              </a:ext>
            </a:extLst>
          </p:cNvPr>
          <p:cNvSpPr/>
          <p:nvPr/>
        </p:nvSpPr>
        <p:spPr>
          <a:xfrm>
            <a:off x="8978970" y="5325177"/>
            <a:ext cx="385495" cy="262024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173B4DE9-5C82-FF63-740F-B9DAC6F7B5EB}"/>
              </a:ext>
            </a:extLst>
          </p:cNvPr>
          <p:cNvSpPr/>
          <p:nvPr/>
        </p:nvSpPr>
        <p:spPr>
          <a:xfrm>
            <a:off x="6433219" y="1933645"/>
            <a:ext cx="385495" cy="2439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ight Brace 66">
            <a:extLst>
              <a:ext uri="{FF2B5EF4-FFF2-40B4-BE49-F238E27FC236}">
                <a16:creationId xmlns:a16="http://schemas.microsoft.com/office/drawing/2014/main" id="{E84046D1-433D-C601-B36D-A103E9AEF362}"/>
              </a:ext>
            </a:extLst>
          </p:cNvPr>
          <p:cNvSpPr/>
          <p:nvPr/>
        </p:nvSpPr>
        <p:spPr>
          <a:xfrm>
            <a:off x="7567077" y="2312244"/>
            <a:ext cx="174437" cy="163496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9CBA25A9-1336-FF84-ED4D-B2D087BCD6A9}"/>
              </a:ext>
            </a:extLst>
          </p:cNvPr>
          <p:cNvSpPr/>
          <p:nvPr/>
        </p:nvSpPr>
        <p:spPr>
          <a:xfrm>
            <a:off x="9032087" y="1970261"/>
            <a:ext cx="385495" cy="2439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2034FC4-D07B-4038-AB43-25B9D55F2A02}"/>
              </a:ext>
            </a:extLst>
          </p:cNvPr>
          <p:cNvCxnSpPr>
            <a:cxnSpLocks/>
          </p:cNvCxnSpPr>
          <p:nvPr/>
        </p:nvCxnSpPr>
        <p:spPr>
          <a:xfrm>
            <a:off x="7741514" y="3129726"/>
            <a:ext cx="2889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ight Brace 74">
            <a:extLst>
              <a:ext uri="{FF2B5EF4-FFF2-40B4-BE49-F238E27FC236}">
                <a16:creationId xmlns:a16="http://schemas.microsoft.com/office/drawing/2014/main" id="{E8412E7E-1119-A159-E88E-AF63ECA881C2}"/>
              </a:ext>
            </a:extLst>
          </p:cNvPr>
          <p:cNvSpPr/>
          <p:nvPr/>
        </p:nvSpPr>
        <p:spPr>
          <a:xfrm>
            <a:off x="10120459" y="2163526"/>
            <a:ext cx="415855" cy="17328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8C6E61-8252-4EA4-4135-C6667828D9E5}"/>
              </a:ext>
            </a:extLst>
          </p:cNvPr>
          <p:cNvSpPr txBox="1"/>
          <p:nvPr/>
        </p:nvSpPr>
        <p:spPr>
          <a:xfrm>
            <a:off x="10468442" y="2878848"/>
            <a:ext cx="823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Frozen</a:t>
            </a:r>
          </a:p>
        </p:txBody>
      </p:sp>
      <p:sp>
        <p:nvSpPr>
          <p:cNvPr id="77" name="Right Brace 76">
            <a:extLst>
              <a:ext uri="{FF2B5EF4-FFF2-40B4-BE49-F238E27FC236}">
                <a16:creationId xmlns:a16="http://schemas.microsoft.com/office/drawing/2014/main" id="{DB957D05-3C9D-C9B2-2CE9-F78C1AD9AEB7}"/>
              </a:ext>
            </a:extLst>
          </p:cNvPr>
          <p:cNvSpPr/>
          <p:nvPr/>
        </p:nvSpPr>
        <p:spPr>
          <a:xfrm>
            <a:off x="10120459" y="4125672"/>
            <a:ext cx="405291" cy="119950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27AAB47-E6B9-6128-CB0C-724AF8CC2E84}"/>
              </a:ext>
            </a:extLst>
          </p:cNvPr>
          <p:cNvSpPr txBox="1"/>
          <p:nvPr/>
        </p:nvSpPr>
        <p:spPr>
          <a:xfrm>
            <a:off x="10511485" y="4571196"/>
            <a:ext cx="1046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Fine-Tuned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E3357E4-D0AA-B580-ECFA-20F058724960}"/>
              </a:ext>
            </a:extLst>
          </p:cNvPr>
          <p:cNvSpPr txBox="1"/>
          <p:nvPr/>
        </p:nvSpPr>
        <p:spPr>
          <a:xfrm>
            <a:off x="7330299" y="1979927"/>
            <a:ext cx="1361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t-SNE analysis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44A0B5-D6F6-997D-212B-4ED2E70FD094}"/>
              </a:ext>
            </a:extLst>
          </p:cNvPr>
          <p:cNvSpPr/>
          <p:nvPr/>
        </p:nvSpPr>
        <p:spPr>
          <a:xfrm>
            <a:off x="633745" y="3715377"/>
            <a:ext cx="3856776" cy="103209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Signal Preprocessing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7D3685-6972-99F3-B331-F7FD80BBFE38}"/>
              </a:ext>
            </a:extLst>
          </p:cNvPr>
          <p:cNvSpPr/>
          <p:nvPr/>
        </p:nvSpPr>
        <p:spPr>
          <a:xfrm>
            <a:off x="633744" y="5152332"/>
            <a:ext cx="3856776" cy="103209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Log CWT Conversion</a:t>
            </a: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2E95AD14-7A69-C7D0-EF04-E8F10875DE9E}"/>
              </a:ext>
            </a:extLst>
          </p:cNvPr>
          <p:cNvSpPr/>
          <p:nvPr/>
        </p:nvSpPr>
        <p:spPr>
          <a:xfrm>
            <a:off x="5704354" y="1090654"/>
            <a:ext cx="1880104" cy="796705"/>
          </a:xfrm>
          <a:prstGeom prst="flowChartMagneticDisk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Bearing, CP, Gear</a:t>
            </a:r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C6744DEE-7996-D92C-9ABC-3520299E5144}"/>
              </a:ext>
            </a:extLst>
          </p:cNvPr>
          <p:cNvSpPr/>
          <p:nvPr/>
        </p:nvSpPr>
        <p:spPr>
          <a:xfrm>
            <a:off x="5667477" y="2726774"/>
            <a:ext cx="1880103" cy="357314"/>
          </a:xfrm>
          <a:prstGeom prst="cub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0D1AF2A0-EE4F-8377-1788-E2043FF44AB8}"/>
              </a:ext>
            </a:extLst>
          </p:cNvPr>
          <p:cNvSpPr/>
          <p:nvPr/>
        </p:nvSpPr>
        <p:spPr>
          <a:xfrm>
            <a:off x="5654463" y="3150250"/>
            <a:ext cx="1880103" cy="357314"/>
          </a:xfrm>
          <a:prstGeom prst="cub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Cube 25">
            <a:extLst>
              <a:ext uri="{FF2B5EF4-FFF2-40B4-BE49-F238E27FC236}">
                <a16:creationId xmlns:a16="http://schemas.microsoft.com/office/drawing/2014/main" id="{8D181DE7-EF7D-4C14-CC87-BB46FEC38C79}"/>
              </a:ext>
            </a:extLst>
          </p:cNvPr>
          <p:cNvSpPr/>
          <p:nvPr/>
        </p:nvSpPr>
        <p:spPr>
          <a:xfrm>
            <a:off x="5649371" y="3575352"/>
            <a:ext cx="1880103" cy="357314"/>
          </a:xfrm>
          <a:prstGeom prst="cub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08863A70-A2EF-4E98-B14C-AC2C80BE0CAC}"/>
              </a:ext>
            </a:extLst>
          </p:cNvPr>
          <p:cNvSpPr/>
          <p:nvPr/>
        </p:nvSpPr>
        <p:spPr>
          <a:xfrm>
            <a:off x="5620701" y="4300757"/>
            <a:ext cx="1880103" cy="357314"/>
          </a:xfrm>
          <a:prstGeom prst="cub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C529D8-ACBC-7531-CC12-DBB072BACD16}"/>
              </a:ext>
            </a:extLst>
          </p:cNvPr>
          <p:cNvSpPr/>
          <p:nvPr/>
        </p:nvSpPr>
        <p:spPr>
          <a:xfrm>
            <a:off x="5951662" y="4820752"/>
            <a:ext cx="1329981" cy="176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D33C47-E2DB-ED96-38A5-DCB4DCE3ACB0}"/>
              </a:ext>
            </a:extLst>
          </p:cNvPr>
          <p:cNvSpPr/>
          <p:nvPr/>
        </p:nvSpPr>
        <p:spPr>
          <a:xfrm>
            <a:off x="6216723" y="5152332"/>
            <a:ext cx="886700" cy="176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97E84A72-DB42-8538-84ED-B2E1D32C7670}"/>
              </a:ext>
            </a:extLst>
          </p:cNvPr>
          <p:cNvSpPr/>
          <p:nvPr/>
        </p:nvSpPr>
        <p:spPr>
          <a:xfrm>
            <a:off x="5918711" y="5670659"/>
            <a:ext cx="1284081" cy="357313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Source Classes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7DF7DAF1-7EC7-FAAF-FA3B-5617F0ED1A32}"/>
              </a:ext>
            </a:extLst>
          </p:cNvPr>
          <p:cNvSpPr/>
          <p:nvPr/>
        </p:nvSpPr>
        <p:spPr>
          <a:xfrm>
            <a:off x="6452866" y="5385742"/>
            <a:ext cx="385495" cy="26202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Cube 35">
            <a:extLst>
              <a:ext uri="{FF2B5EF4-FFF2-40B4-BE49-F238E27FC236}">
                <a16:creationId xmlns:a16="http://schemas.microsoft.com/office/drawing/2014/main" id="{951DBB8A-CEDC-1EF7-43FB-4D085296BAF5}"/>
              </a:ext>
            </a:extLst>
          </p:cNvPr>
          <p:cNvSpPr/>
          <p:nvPr/>
        </p:nvSpPr>
        <p:spPr>
          <a:xfrm>
            <a:off x="8193581" y="2660612"/>
            <a:ext cx="1880103" cy="357314"/>
          </a:xfrm>
          <a:prstGeom prst="cub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36BC88F6-4000-B8D1-C728-94FB8C16FB06}"/>
              </a:ext>
            </a:extLst>
          </p:cNvPr>
          <p:cNvSpPr/>
          <p:nvPr/>
        </p:nvSpPr>
        <p:spPr>
          <a:xfrm>
            <a:off x="8180567" y="3084088"/>
            <a:ext cx="1880103" cy="357314"/>
          </a:xfrm>
          <a:prstGeom prst="cub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B868A321-9255-2FAF-AD41-2AD1263D065D}"/>
              </a:ext>
            </a:extLst>
          </p:cNvPr>
          <p:cNvSpPr/>
          <p:nvPr/>
        </p:nvSpPr>
        <p:spPr>
          <a:xfrm>
            <a:off x="8175475" y="3509190"/>
            <a:ext cx="1880103" cy="357314"/>
          </a:xfrm>
          <a:prstGeom prst="cub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509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9C36-4478-C02E-2CD8-634C2327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: Top Corners Rounded 111">
            <a:extLst>
              <a:ext uri="{FF2B5EF4-FFF2-40B4-BE49-F238E27FC236}">
                <a16:creationId xmlns:a16="http://schemas.microsoft.com/office/drawing/2014/main" id="{C33FDB3A-0E75-2D56-B6A2-38374675C3F1}"/>
              </a:ext>
            </a:extLst>
          </p:cNvPr>
          <p:cNvSpPr/>
          <p:nvPr/>
        </p:nvSpPr>
        <p:spPr>
          <a:xfrm>
            <a:off x="8794048" y="542550"/>
            <a:ext cx="2608730" cy="471449"/>
          </a:xfrm>
          <a:prstGeom prst="round2SameRect">
            <a:avLst/>
          </a:prstGeom>
          <a:solidFill>
            <a:srgbClr val="1787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Target Log CWT</a:t>
            </a:r>
          </a:p>
        </p:txBody>
      </p:sp>
      <p:sp>
        <p:nvSpPr>
          <p:cNvPr id="111" name="Rectangle: Top Corners Rounded 110">
            <a:extLst>
              <a:ext uri="{FF2B5EF4-FFF2-40B4-BE49-F238E27FC236}">
                <a16:creationId xmlns:a16="http://schemas.microsoft.com/office/drawing/2014/main" id="{A0B28343-70A6-84C0-9A80-A5F020D3FD81}"/>
              </a:ext>
            </a:extLst>
          </p:cNvPr>
          <p:cNvSpPr/>
          <p:nvPr/>
        </p:nvSpPr>
        <p:spPr>
          <a:xfrm>
            <a:off x="5661958" y="548519"/>
            <a:ext cx="2608730" cy="471449"/>
          </a:xfrm>
          <a:prstGeom prst="round2SameRect">
            <a:avLst/>
          </a:prstGeom>
          <a:solidFill>
            <a:srgbClr val="2A52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Source Log-CWT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19D376-4BB3-958A-0F5A-31CE752FCA80}"/>
              </a:ext>
            </a:extLst>
          </p:cNvPr>
          <p:cNvSpPr/>
          <p:nvPr/>
        </p:nvSpPr>
        <p:spPr>
          <a:xfrm>
            <a:off x="1314076" y="542550"/>
            <a:ext cx="3450256" cy="2009728"/>
          </a:xfrm>
          <a:prstGeom prst="roundRect">
            <a:avLst>
              <a:gd name="adj" fmla="val 3841"/>
            </a:avLst>
          </a:prstGeom>
          <a:solidFill>
            <a:srgbClr val="EFF3F7"/>
          </a:solidFill>
          <a:ln w="28575">
            <a:solidFill>
              <a:srgbClr val="667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C94D4A-6DB5-36B5-3205-374B909152AB}"/>
              </a:ext>
            </a:extLst>
          </p:cNvPr>
          <p:cNvSpPr/>
          <p:nvPr/>
        </p:nvSpPr>
        <p:spPr>
          <a:xfrm>
            <a:off x="1522576" y="1161308"/>
            <a:ext cx="1440000" cy="563170"/>
          </a:xfrm>
          <a:prstGeom prst="roundRect">
            <a:avLst>
              <a:gd name="adj" fmla="val 7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ACE656-917B-516E-37D8-58C2A4C37183}"/>
              </a:ext>
            </a:extLst>
          </p:cNvPr>
          <p:cNvSpPr txBox="1"/>
          <p:nvPr/>
        </p:nvSpPr>
        <p:spPr>
          <a:xfrm>
            <a:off x="1889413" y="663642"/>
            <a:ext cx="2299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Rotating Machines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03FCE2F-C592-F391-8D25-2B7708CB233F}"/>
              </a:ext>
            </a:extLst>
          </p:cNvPr>
          <p:cNvSpPr/>
          <p:nvPr/>
        </p:nvSpPr>
        <p:spPr>
          <a:xfrm>
            <a:off x="1251703" y="3342016"/>
            <a:ext cx="3450256" cy="484178"/>
          </a:xfrm>
          <a:prstGeom prst="roundRect">
            <a:avLst/>
          </a:prstGeom>
          <a:solidFill>
            <a:srgbClr val="2141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Vibration Signal Acquisition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910810-1AD8-E8D1-FC5A-7544978F9F69}"/>
              </a:ext>
            </a:extLst>
          </p:cNvPr>
          <p:cNvSpPr/>
          <p:nvPr/>
        </p:nvSpPr>
        <p:spPr>
          <a:xfrm>
            <a:off x="3130504" y="1147382"/>
            <a:ext cx="1440000" cy="563170"/>
          </a:xfrm>
          <a:prstGeom prst="roundRect">
            <a:avLst>
              <a:gd name="adj" fmla="val 48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C1E9E3-352C-2764-8AF9-8A0E7ECACD5D}"/>
              </a:ext>
            </a:extLst>
          </p:cNvPr>
          <p:cNvSpPr/>
          <p:nvPr/>
        </p:nvSpPr>
        <p:spPr>
          <a:xfrm>
            <a:off x="1522576" y="1803569"/>
            <a:ext cx="1440000" cy="563170"/>
          </a:xfrm>
          <a:prstGeom prst="roundRect">
            <a:avLst>
              <a:gd name="adj" fmla="val 53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Gear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D395EA-C2A3-E47B-4A26-7296F5EE66ED}"/>
              </a:ext>
            </a:extLst>
          </p:cNvPr>
          <p:cNvSpPr/>
          <p:nvPr/>
        </p:nvSpPr>
        <p:spPr>
          <a:xfrm>
            <a:off x="3130504" y="1809157"/>
            <a:ext cx="1440000" cy="56317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6D2F9A-D655-8DE1-B8AD-553FA0BA87A6}"/>
              </a:ext>
            </a:extLst>
          </p:cNvPr>
          <p:cNvCxnSpPr/>
          <p:nvPr/>
        </p:nvCxnSpPr>
        <p:spPr>
          <a:xfrm>
            <a:off x="1779821" y="940641"/>
            <a:ext cx="2701365" cy="0"/>
          </a:xfrm>
          <a:prstGeom prst="line">
            <a:avLst/>
          </a:prstGeom>
          <a:ln w="28575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0BF0F5D-A142-2813-24BE-10C4EE7DD815}"/>
              </a:ext>
            </a:extLst>
          </p:cNvPr>
          <p:cNvSpPr/>
          <p:nvPr/>
        </p:nvSpPr>
        <p:spPr>
          <a:xfrm>
            <a:off x="1241251" y="4504939"/>
            <a:ext cx="3450256" cy="484178"/>
          </a:xfrm>
          <a:prstGeom prst="roundRect">
            <a:avLst/>
          </a:prstGeom>
          <a:solidFill>
            <a:srgbClr val="2141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Signal Preprocessing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66E855E-9275-DD93-B188-469C2AE6D1BE}"/>
              </a:ext>
            </a:extLst>
          </p:cNvPr>
          <p:cNvSpPr/>
          <p:nvPr/>
        </p:nvSpPr>
        <p:spPr>
          <a:xfrm>
            <a:off x="1269736" y="5738762"/>
            <a:ext cx="3450256" cy="484178"/>
          </a:xfrm>
          <a:prstGeom prst="roundRect">
            <a:avLst/>
          </a:prstGeom>
          <a:solidFill>
            <a:srgbClr val="2141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Log CWT Conversion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1BA3EA1-BC7A-8B0A-0380-9761387927DC}"/>
              </a:ext>
            </a:extLst>
          </p:cNvPr>
          <p:cNvCxnSpPr/>
          <p:nvPr/>
        </p:nvCxnSpPr>
        <p:spPr>
          <a:xfrm>
            <a:off x="2994864" y="2735356"/>
            <a:ext cx="0" cy="478563"/>
          </a:xfrm>
          <a:prstGeom prst="straightConnector1">
            <a:avLst/>
          </a:prstGeom>
          <a:ln w="57150">
            <a:solidFill>
              <a:srgbClr val="667EE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5711F62-8B88-B2E2-76FD-F0A68752276A}"/>
              </a:ext>
            </a:extLst>
          </p:cNvPr>
          <p:cNvCxnSpPr/>
          <p:nvPr/>
        </p:nvCxnSpPr>
        <p:spPr>
          <a:xfrm>
            <a:off x="2962576" y="3950002"/>
            <a:ext cx="0" cy="478563"/>
          </a:xfrm>
          <a:prstGeom prst="straightConnector1">
            <a:avLst/>
          </a:prstGeom>
          <a:ln w="57150">
            <a:solidFill>
              <a:srgbClr val="667EE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21CB149-F548-1EB2-E5B5-FC3135FE81E8}"/>
              </a:ext>
            </a:extLst>
          </p:cNvPr>
          <p:cNvCxnSpPr/>
          <p:nvPr/>
        </p:nvCxnSpPr>
        <p:spPr>
          <a:xfrm>
            <a:off x="2949034" y="5084345"/>
            <a:ext cx="0" cy="478563"/>
          </a:xfrm>
          <a:prstGeom prst="straightConnector1">
            <a:avLst/>
          </a:prstGeom>
          <a:ln w="57150">
            <a:solidFill>
              <a:srgbClr val="667EE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6DDA1B4-92C1-F251-08DC-91F75DC2725F}"/>
              </a:ext>
            </a:extLst>
          </p:cNvPr>
          <p:cNvSpPr/>
          <p:nvPr/>
        </p:nvSpPr>
        <p:spPr>
          <a:xfrm>
            <a:off x="5661958" y="542550"/>
            <a:ext cx="2608730" cy="5680390"/>
          </a:xfrm>
          <a:prstGeom prst="roundRect">
            <a:avLst>
              <a:gd name="adj" fmla="val 3841"/>
            </a:avLst>
          </a:prstGeom>
          <a:noFill/>
          <a:ln w="28575">
            <a:solidFill>
              <a:srgbClr val="275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DA26D80-3790-6DF4-B659-6ABEF4799C6C}"/>
              </a:ext>
            </a:extLst>
          </p:cNvPr>
          <p:cNvSpPr/>
          <p:nvPr/>
        </p:nvSpPr>
        <p:spPr>
          <a:xfrm>
            <a:off x="5797584" y="1912221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5939EF5-7F23-3526-5E3F-F5AB52C88385}"/>
              </a:ext>
            </a:extLst>
          </p:cNvPr>
          <p:cNvSpPr/>
          <p:nvPr/>
        </p:nvSpPr>
        <p:spPr>
          <a:xfrm>
            <a:off x="5797584" y="2474196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820B70C-658F-E4C5-0FB8-A2CC5F069B0F}"/>
              </a:ext>
            </a:extLst>
          </p:cNvPr>
          <p:cNvSpPr/>
          <p:nvPr/>
        </p:nvSpPr>
        <p:spPr>
          <a:xfrm>
            <a:off x="5797584" y="3036171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88A7CA38-FCBC-09E5-F9B5-3E6F1F0B963F}"/>
              </a:ext>
            </a:extLst>
          </p:cNvPr>
          <p:cNvSpPr/>
          <p:nvPr/>
        </p:nvSpPr>
        <p:spPr>
          <a:xfrm>
            <a:off x="5797584" y="3604137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F01F0654-A948-B4A2-0C75-493A6E64EA6E}"/>
              </a:ext>
            </a:extLst>
          </p:cNvPr>
          <p:cNvSpPr/>
          <p:nvPr/>
        </p:nvSpPr>
        <p:spPr>
          <a:xfrm>
            <a:off x="7034306" y="1978550"/>
            <a:ext cx="1042894" cy="213206"/>
          </a:xfrm>
          <a:prstGeom prst="roundRect">
            <a:avLst>
              <a:gd name="adj" fmla="val 50000"/>
            </a:avLst>
          </a:prstGeom>
          <a:solidFill>
            <a:srgbClr val="275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Pre-Training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13D96C16-D561-380E-3E9B-99E6C480CF67}"/>
              </a:ext>
            </a:extLst>
          </p:cNvPr>
          <p:cNvSpPr/>
          <p:nvPr/>
        </p:nvSpPr>
        <p:spPr>
          <a:xfrm>
            <a:off x="7034306" y="2552278"/>
            <a:ext cx="1042894" cy="213206"/>
          </a:xfrm>
          <a:prstGeom prst="roundRect">
            <a:avLst>
              <a:gd name="adj" fmla="val 50000"/>
            </a:avLst>
          </a:prstGeom>
          <a:solidFill>
            <a:srgbClr val="275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Pre-Training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C98152A-90D3-D1A6-903B-776CFE5AA20C}"/>
              </a:ext>
            </a:extLst>
          </p:cNvPr>
          <p:cNvSpPr/>
          <p:nvPr/>
        </p:nvSpPr>
        <p:spPr>
          <a:xfrm>
            <a:off x="7034306" y="3115019"/>
            <a:ext cx="1042894" cy="213206"/>
          </a:xfrm>
          <a:prstGeom prst="roundRect">
            <a:avLst>
              <a:gd name="adj" fmla="val 50000"/>
            </a:avLst>
          </a:prstGeom>
          <a:solidFill>
            <a:srgbClr val="275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Pre-Training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EFF7AC80-E394-9535-27DE-6F53C7359844}"/>
              </a:ext>
            </a:extLst>
          </p:cNvPr>
          <p:cNvSpPr/>
          <p:nvPr/>
        </p:nvSpPr>
        <p:spPr>
          <a:xfrm>
            <a:off x="7034306" y="3670466"/>
            <a:ext cx="1042894" cy="213206"/>
          </a:xfrm>
          <a:prstGeom prst="roundRect">
            <a:avLst>
              <a:gd name="adj" fmla="val 50000"/>
            </a:avLst>
          </a:prstGeom>
          <a:solidFill>
            <a:srgbClr val="275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Pre-Training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5FE46A7-5DE9-FE8E-5645-F3BB1DC223F4}"/>
              </a:ext>
            </a:extLst>
          </p:cNvPr>
          <p:cNvSpPr/>
          <p:nvPr/>
        </p:nvSpPr>
        <p:spPr>
          <a:xfrm>
            <a:off x="5797582" y="5706309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Source Classes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81BAC82F-755C-DA6A-E2FC-A63C08FC6FC9}"/>
              </a:ext>
            </a:extLst>
          </p:cNvPr>
          <p:cNvSpPr/>
          <p:nvPr/>
        </p:nvSpPr>
        <p:spPr>
          <a:xfrm>
            <a:off x="5797583" y="4582359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DE71FFA8-C42D-E225-FE73-4666A82F2F03}"/>
              </a:ext>
            </a:extLst>
          </p:cNvPr>
          <p:cNvSpPr/>
          <p:nvPr/>
        </p:nvSpPr>
        <p:spPr>
          <a:xfrm>
            <a:off x="5797583" y="5035206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D7FB154-6161-2A9D-355A-4049FA40E7D0}"/>
              </a:ext>
            </a:extLst>
          </p:cNvPr>
          <p:cNvCxnSpPr>
            <a:cxnSpLocks/>
          </p:cNvCxnSpPr>
          <p:nvPr/>
        </p:nvCxnSpPr>
        <p:spPr>
          <a:xfrm>
            <a:off x="6967692" y="4092829"/>
            <a:ext cx="0" cy="33573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3174673-9363-5F40-2672-75F600BD98B8}"/>
              </a:ext>
            </a:extLst>
          </p:cNvPr>
          <p:cNvSpPr/>
          <p:nvPr/>
        </p:nvSpPr>
        <p:spPr>
          <a:xfrm>
            <a:off x="8794048" y="542550"/>
            <a:ext cx="2608730" cy="5680390"/>
          </a:xfrm>
          <a:prstGeom prst="roundRect">
            <a:avLst>
              <a:gd name="adj" fmla="val 3841"/>
            </a:avLst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1EFA518E-1765-3306-6590-CF09E517740E}"/>
              </a:ext>
            </a:extLst>
          </p:cNvPr>
          <p:cNvSpPr/>
          <p:nvPr/>
        </p:nvSpPr>
        <p:spPr>
          <a:xfrm>
            <a:off x="8929674" y="1912221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AEA798F7-3005-8B03-34CE-662160F5B86A}"/>
              </a:ext>
            </a:extLst>
          </p:cNvPr>
          <p:cNvSpPr/>
          <p:nvPr/>
        </p:nvSpPr>
        <p:spPr>
          <a:xfrm>
            <a:off x="8929674" y="2474196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466D6AA-EF45-F170-F416-ACCB9167995B}"/>
              </a:ext>
            </a:extLst>
          </p:cNvPr>
          <p:cNvSpPr/>
          <p:nvPr/>
        </p:nvSpPr>
        <p:spPr>
          <a:xfrm>
            <a:off x="8929674" y="3036171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9B78678-25A2-2B91-4178-B1C4BB6BDEED}"/>
              </a:ext>
            </a:extLst>
          </p:cNvPr>
          <p:cNvSpPr/>
          <p:nvPr/>
        </p:nvSpPr>
        <p:spPr>
          <a:xfrm>
            <a:off x="8929674" y="3604137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2F7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979976C-FDF1-BD7B-CEC3-9CC27C3F2A9A}"/>
              </a:ext>
            </a:extLst>
          </p:cNvPr>
          <p:cNvSpPr/>
          <p:nvPr/>
        </p:nvSpPr>
        <p:spPr>
          <a:xfrm>
            <a:off x="10440146" y="1978550"/>
            <a:ext cx="769144" cy="213206"/>
          </a:xfrm>
          <a:prstGeom prst="roundRect">
            <a:avLst>
              <a:gd name="adj" fmla="val 50000"/>
            </a:avLst>
          </a:prstGeom>
          <a:solidFill>
            <a:srgbClr val="275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Frozen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73C68A05-8A60-1494-8219-38E1A7CC661E}"/>
              </a:ext>
            </a:extLst>
          </p:cNvPr>
          <p:cNvSpPr/>
          <p:nvPr/>
        </p:nvSpPr>
        <p:spPr>
          <a:xfrm>
            <a:off x="10440146" y="2552278"/>
            <a:ext cx="769144" cy="213206"/>
          </a:xfrm>
          <a:prstGeom prst="roundRect">
            <a:avLst>
              <a:gd name="adj" fmla="val 50000"/>
            </a:avLst>
          </a:prstGeom>
          <a:solidFill>
            <a:srgbClr val="275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Frozen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A9F417D5-7B4C-F953-41C2-4A0B479CA8AE}"/>
              </a:ext>
            </a:extLst>
          </p:cNvPr>
          <p:cNvSpPr/>
          <p:nvPr/>
        </p:nvSpPr>
        <p:spPr>
          <a:xfrm>
            <a:off x="10440146" y="3115019"/>
            <a:ext cx="769144" cy="213206"/>
          </a:xfrm>
          <a:prstGeom prst="roundRect">
            <a:avLst>
              <a:gd name="adj" fmla="val 50000"/>
            </a:avLst>
          </a:prstGeom>
          <a:solidFill>
            <a:srgbClr val="275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Frozen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AECADCA-CE04-D333-7080-8DE851AF8C1F}"/>
              </a:ext>
            </a:extLst>
          </p:cNvPr>
          <p:cNvSpPr/>
          <p:nvPr/>
        </p:nvSpPr>
        <p:spPr>
          <a:xfrm>
            <a:off x="10440146" y="3670466"/>
            <a:ext cx="769144" cy="213206"/>
          </a:xfrm>
          <a:prstGeom prst="roundRect">
            <a:avLst>
              <a:gd name="adj" fmla="val 50000"/>
            </a:avLst>
          </a:prstGeom>
          <a:solidFill>
            <a:srgbClr val="275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Frozen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43ED75C9-4B0F-7121-D14D-A478185E6992}"/>
              </a:ext>
            </a:extLst>
          </p:cNvPr>
          <p:cNvSpPr/>
          <p:nvPr/>
        </p:nvSpPr>
        <p:spPr>
          <a:xfrm>
            <a:off x="8929674" y="5712300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1AA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Target Classes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F895DAB-E6D9-3AA7-3B45-DC0CCCD2ACF1}"/>
              </a:ext>
            </a:extLst>
          </p:cNvPr>
          <p:cNvSpPr/>
          <p:nvPr/>
        </p:nvSpPr>
        <p:spPr>
          <a:xfrm>
            <a:off x="8929673" y="4582359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1AA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0B350B76-655B-6F84-AC9C-E26F3EF011C9}"/>
              </a:ext>
            </a:extLst>
          </p:cNvPr>
          <p:cNvSpPr/>
          <p:nvPr/>
        </p:nvSpPr>
        <p:spPr>
          <a:xfrm>
            <a:off x="8929673" y="5035206"/>
            <a:ext cx="2337477" cy="345865"/>
          </a:xfrm>
          <a:prstGeom prst="roundRect">
            <a:avLst>
              <a:gd name="adj" fmla="val 6885"/>
            </a:avLst>
          </a:prstGeom>
          <a:solidFill>
            <a:srgbClr val="1AA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5974710-5A53-12DC-D11A-8BE5D2505742}"/>
              </a:ext>
            </a:extLst>
          </p:cNvPr>
          <p:cNvCxnSpPr>
            <a:cxnSpLocks/>
          </p:cNvCxnSpPr>
          <p:nvPr/>
        </p:nvCxnSpPr>
        <p:spPr>
          <a:xfrm>
            <a:off x="10099782" y="4092829"/>
            <a:ext cx="0" cy="33573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AA160194-C916-3854-0117-6F31EC2FE809}"/>
              </a:ext>
            </a:extLst>
          </p:cNvPr>
          <p:cNvSpPr/>
          <p:nvPr/>
        </p:nvSpPr>
        <p:spPr>
          <a:xfrm>
            <a:off x="10099782" y="4648688"/>
            <a:ext cx="1109508" cy="213206"/>
          </a:xfrm>
          <a:prstGeom prst="roundRect">
            <a:avLst>
              <a:gd name="adj" fmla="val 50000"/>
            </a:avLst>
          </a:prstGeom>
          <a:solidFill>
            <a:srgbClr val="78D59B"/>
          </a:solidFill>
          <a:ln>
            <a:solidFill>
              <a:srgbClr val="78D5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Fine-Tuned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1124B1DD-4D24-5DB1-F9A4-8058C9AE9F9D}"/>
              </a:ext>
            </a:extLst>
          </p:cNvPr>
          <p:cNvSpPr/>
          <p:nvPr/>
        </p:nvSpPr>
        <p:spPr>
          <a:xfrm>
            <a:off x="10099782" y="5101535"/>
            <a:ext cx="1109508" cy="213206"/>
          </a:xfrm>
          <a:prstGeom prst="roundRect">
            <a:avLst>
              <a:gd name="adj" fmla="val 50000"/>
            </a:avLst>
          </a:prstGeom>
          <a:solidFill>
            <a:srgbClr val="78D59B"/>
          </a:solidFill>
          <a:ln>
            <a:solidFill>
              <a:srgbClr val="78D5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Fine-Tuned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250F733-60C2-E66A-4899-1EFCEC67B2F4}"/>
              </a:ext>
            </a:extLst>
          </p:cNvPr>
          <p:cNvCxnSpPr>
            <a:cxnSpLocks/>
          </p:cNvCxnSpPr>
          <p:nvPr/>
        </p:nvCxnSpPr>
        <p:spPr>
          <a:xfrm>
            <a:off x="5055386" y="3221622"/>
            <a:ext cx="449590" cy="2408"/>
          </a:xfrm>
          <a:prstGeom prst="straightConnector1">
            <a:avLst/>
          </a:prstGeom>
          <a:ln w="57150">
            <a:solidFill>
              <a:srgbClr val="667EE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12BD6BD3-22B4-B1E9-78F0-1D2D4859A650}"/>
              </a:ext>
            </a:extLst>
          </p:cNvPr>
          <p:cNvSpPr/>
          <p:nvPr/>
        </p:nvSpPr>
        <p:spPr>
          <a:xfrm>
            <a:off x="6026269" y="1171317"/>
            <a:ext cx="1880104" cy="518803"/>
          </a:xfrm>
          <a:prstGeom prst="flowChartMagneticDisk">
            <a:avLst/>
          </a:prstGeom>
          <a:solidFill>
            <a:srgbClr val="DFECFE"/>
          </a:solidFill>
          <a:ln>
            <a:solidFill>
              <a:srgbClr val="2A52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Bearing, CP, Gear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67688027-69BD-A42E-D6B8-81B0CA99A173}"/>
              </a:ext>
            </a:extLst>
          </p:cNvPr>
          <p:cNvSpPr/>
          <p:nvPr/>
        </p:nvSpPr>
        <p:spPr>
          <a:xfrm>
            <a:off x="9158359" y="1160922"/>
            <a:ext cx="1880104" cy="518803"/>
          </a:xfrm>
          <a:prstGeom prst="flowChartMagneticDisk">
            <a:avLst/>
          </a:prstGeom>
          <a:solidFill>
            <a:srgbClr val="E9FCEF"/>
          </a:solidFill>
          <a:ln>
            <a:solidFill>
              <a:srgbClr val="56A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06C9B7-A57F-0560-A57B-BE6F26F25CA2}"/>
              </a:ext>
            </a:extLst>
          </p:cNvPr>
          <p:cNvCxnSpPr>
            <a:stCxn id="4" idx="3"/>
            <a:endCxn id="71" idx="0"/>
          </p:cNvCxnSpPr>
          <p:nvPr/>
        </p:nvCxnSpPr>
        <p:spPr>
          <a:xfrm>
            <a:off x="6966321" y="1690120"/>
            <a:ext cx="2" cy="222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6547AE-B518-D972-A009-005B7100331E}"/>
              </a:ext>
            </a:extLst>
          </p:cNvPr>
          <p:cNvCxnSpPr>
            <a:stCxn id="6" idx="3"/>
            <a:endCxn id="93" idx="0"/>
          </p:cNvCxnSpPr>
          <p:nvPr/>
        </p:nvCxnSpPr>
        <p:spPr>
          <a:xfrm>
            <a:off x="10098411" y="1679725"/>
            <a:ext cx="2" cy="232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B50533-4C15-177F-C5E5-69AE00B3C735}"/>
              </a:ext>
            </a:extLst>
          </p:cNvPr>
          <p:cNvCxnSpPr>
            <a:stCxn id="87" idx="2"/>
            <a:endCxn id="85" idx="0"/>
          </p:cNvCxnSpPr>
          <p:nvPr/>
        </p:nvCxnSpPr>
        <p:spPr>
          <a:xfrm flipH="1">
            <a:off x="6966321" y="5381071"/>
            <a:ext cx="1" cy="325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9F90DD-84B2-7ACD-AFF4-BC5726A0B4CE}"/>
              </a:ext>
            </a:extLst>
          </p:cNvPr>
          <p:cNvCxnSpPr>
            <a:stCxn id="103" idx="2"/>
            <a:endCxn id="101" idx="0"/>
          </p:cNvCxnSpPr>
          <p:nvPr/>
        </p:nvCxnSpPr>
        <p:spPr>
          <a:xfrm>
            <a:off x="10098412" y="5381071"/>
            <a:ext cx="1" cy="331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100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87</Words>
  <Application>Microsoft Office PowerPoint</Application>
  <PresentationFormat>Widescreen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자만 와심</dc:creator>
  <cp:lastModifiedBy>우마르 무하마드</cp:lastModifiedBy>
  <cp:revision>38</cp:revision>
  <dcterms:created xsi:type="dcterms:W3CDTF">2025-12-05T20:55:47Z</dcterms:created>
  <dcterms:modified xsi:type="dcterms:W3CDTF">2025-12-22T07:33:37Z</dcterms:modified>
</cp:coreProperties>
</file>